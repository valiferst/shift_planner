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28" r:id="rId2"/>
  </p:sldMasterIdLst>
  <p:notesMasterIdLst>
    <p:notesMasterId r:id="rId8"/>
  </p:notesMasterIdLst>
  <p:handoutMasterIdLst>
    <p:handoutMasterId r:id="rId9"/>
  </p:handoutMasterIdLst>
  <p:sldIdLst>
    <p:sldId id="258" r:id="rId3"/>
    <p:sldId id="265" r:id="rId4"/>
    <p:sldId id="267" r:id="rId5"/>
    <p:sldId id="268" r:id="rId6"/>
    <p:sldId id="264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C4D4C"/>
    <a:srgbClr val="EB8B2D"/>
    <a:srgbClr val="343433"/>
    <a:srgbClr val="636462"/>
    <a:srgbClr val="7777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D1DD729-DCB7-8547-BF06-43F04B6B97B5}" v="1561" dt="2025-01-26T17:13:15.66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7"/>
    <p:restoredTop sz="94719"/>
  </p:normalViewPr>
  <p:slideViewPr>
    <p:cSldViewPr snapToGrid="0">
      <p:cViewPr varScale="1">
        <p:scale>
          <a:sx n="122" d="100"/>
          <a:sy n="122" d="100"/>
        </p:scale>
        <p:origin x="224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4.xml"/><Relationship Id="rId11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handoutMaster" Target="handoutMasters/handout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est User" userId="S::urn:spo:anon#35a3587584e3fefe877e04f4530fb2842bfcd68463d869f48bc0ac06ccd99077::" providerId="AD" clId="Web-{8590F9C8-E780-13D1-011B-0B4E62A82F44}"/>
    <pc:docChg chg="modSld">
      <pc:chgData name="Guest User" userId="S::urn:spo:anon#35a3587584e3fefe877e04f4530fb2842bfcd68463d869f48bc0ac06ccd99077::" providerId="AD" clId="Web-{8590F9C8-E780-13D1-011B-0B4E62A82F44}" dt="2025-01-23T17:22:55.604" v="538" actId="20577"/>
      <pc:docMkLst>
        <pc:docMk/>
      </pc:docMkLst>
      <pc:sldChg chg="modSp">
        <pc:chgData name="Guest User" userId="S::urn:spo:anon#35a3587584e3fefe877e04f4530fb2842bfcd68463d869f48bc0ac06ccd99077::" providerId="AD" clId="Web-{8590F9C8-E780-13D1-011B-0B4E62A82F44}" dt="2025-01-23T17:22:55.604" v="538" actId="20577"/>
        <pc:sldMkLst>
          <pc:docMk/>
          <pc:sldMk cId="3287817135" sldId="260"/>
        </pc:sldMkLst>
      </pc:sldChg>
    </pc:docChg>
  </pc:docChgLst>
  <pc:docChgLst>
    <pc:chgData name="Hannah Maria Veit" userId="3071d0a0-def7-4971-97c2-664cdcc8205c" providerId="ADAL" clId="{AD1DD729-DCB7-8547-BF06-43F04B6B97B5}"/>
    <pc:docChg chg="custSel addSld delSld modSld">
      <pc:chgData name="Hannah Maria Veit" userId="3071d0a0-def7-4971-97c2-664cdcc8205c" providerId="ADAL" clId="{AD1DD729-DCB7-8547-BF06-43F04B6B97B5}" dt="2025-01-26T17:14:12.129" v="1824" actId="20577"/>
      <pc:docMkLst>
        <pc:docMk/>
      </pc:docMkLst>
      <pc:sldChg chg="modSp del mod">
        <pc:chgData name="Hannah Maria Veit" userId="3071d0a0-def7-4971-97c2-664cdcc8205c" providerId="ADAL" clId="{AD1DD729-DCB7-8547-BF06-43F04B6B97B5}" dt="2025-01-26T17:07:31.430" v="1009" actId="2696"/>
        <pc:sldMkLst>
          <pc:docMk/>
          <pc:sldMk cId="3287817135" sldId="260"/>
        </pc:sldMkLst>
        <pc:spChg chg="mod">
          <ac:chgData name="Hannah Maria Veit" userId="3071d0a0-def7-4971-97c2-664cdcc8205c" providerId="ADAL" clId="{AD1DD729-DCB7-8547-BF06-43F04B6B97B5}" dt="2025-01-26T17:07:27.520" v="1008" actId="20577"/>
          <ac:spMkLst>
            <pc:docMk/>
            <pc:sldMk cId="3287817135" sldId="260"/>
            <ac:spMk id="14" creationId="{6396A59A-0087-4DB5-BA01-C8967696794B}"/>
          </ac:spMkLst>
        </pc:spChg>
      </pc:sldChg>
      <pc:sldChg chg="del">
        <pc:chgData name="Hannah Maria Veit" userId="3071d0a0-def7-4971-97c2-664cdcc8205c" providerId="ADAL" clId="{AD1DD729-DCB7-8547-BF06-43F04B6B97B5}" dt="2025-01-21T15:20:09.503" v="89" actId="2696"/>
        <pc:sldMkLst>
          <pc:docMk/>
          <pc:sldMk cId="2175572666" sldId="261"/>
        </pc:sldMkLst>
      </pc:sldChg>
      <pc:sldChg chg="modSp del mod">
        <pc:chgData name="Hannah Maria Veit" userId="3071d0a0-def7-4971-97c2-664cdcc8205c" providerId="ADAL" clId="{AD1DD729-DCB7-8547-BF06-43F04B6B97B5}" dt="2025-01-21T15:20:12.370" v="90" actId="2696"/>
        <pc:sldMkLst>
          <pc:docMk/>
          <pc:sldMk cId="2606319611" sldId="262"/>
        </pc:sldMkLst>
      </pc:sldChg>
      <pc:sldChg chg="addSp delSp modSp del mod">
        <pc:chgData name="Hannah Maria Veit" userId="3071d0a0-def7-4971-97c2-664cdcc8205c" providerId="ADAL" clId="{AD1DD729-DCB7-8547-BF06-43F04B6B97B5}" dt="2025-01-21T15:20:16.095" v="91" actId="2696"/>
        <pc:sldMkLst>
          <pc:docMk/>
          <pc:sldMk cId="1074809305" sldId="263"/>
        </pc:sldMkLst>
      </pc:sldChg>
      <pc:sldChg chg="addSp delSp modSp mod">
        <pc:chgData name="Hannah Maria Veit" userId="3071d0a0-def7-4971-97c2-664cdcc8205c" providerId="ADAL" clId="{AD1DD729-DCB7-8547-BF06-43F04B6B97B5}" dt="2025-01-21T15:22:02.922" v="109" actId="21"/>
        <pc:sldMkLst>
          <pc:docMk/>
          <pc:sldMk cId="1228097284" sldId="264"/>
        </pc:sldMkLst>
      </pc:sldChg>
      <pc:sldChg chg="modSp new mod">
        <pc:chgData name="Hannah Maria Veit" userId="3071d0a0-def7-4971-97c2-664cdcc8205c" providerId="ADAL" clId="{AD1DD729-DCB7-8547-BF06-43F04B6B97B5}" dt="2025-01-26T17:13:15.662" v="1747" actId="20577"/>
        <pc:sldMkLst>
          <pc:docMk/>
          <pc:sldMk cId="3629398399" sldId="265"/>
        </pc:sldMkLst>
        <pc:spChg chg="mod">
          <ac:chgData name="Hannah Maria Veit" userId="3071d0a0-def7-4971-97c2-664cdcc8205c" providerId="ADAL" clId="{AD1DD729-DCB7-8547-BF06-43F04B6B97B5}" dt="2025-01-26T17:13:15.662" v="1747" actId="20577"/>
          <ac:spMkLst>
            <pc:docMk/>
            <pc:sldMk cId="3629398399" sldId="265"/>
            <ac:spMk id="2" creationId="{38ADCC8E-DEB0-43A1-8E90-4FCC29F769DE}"/>
          </ac:spMkLst>
        </pc:spChg>
        <pc:spChg chg="mod">
          <ac:chgData name="Hannah Maria Veit" userId="3071d0a0-def7-4971-97c2-664cdcc8205c" providerId="ADAL" clId="{AD1DD729-DCB7-8547-BF06-43F04B6B97B5}" dt="2025-01-21T15:22:18.868" v="138" actId="20577"/>
          <ac:spMkLst>
            <pc:docMk/>
            <pc:sldMk cId="3629398399" sldId="265"/>
            <ac:spMk id="5" creationId="{515394CC-D765-5076-0E2E-3E6FC527C18F}"/>
          </ac:spMkLst>
        </pc:spChg>
      </pc:sldChg>
      <pc:sldChg chg="modSp new del mod">
        <pc:chgData name="Hannah Maria Veit" userId="3071d0a0-def7-4971-97c2-664cdcc8205c" providerId="ADAL" clId="{AD1DD729-DCB7-8547-BF06-43F04B6B97B5}" dt="2025-01-26T16:59:06.666" v="188" actId="2696"/>
        <pc:sldMkLst>
          <pc:docMk/>
          <pc:sldMk cId="2247642876" sldId="266"/>
        </pc:sldMkLst>
      </pc:sldChg>
      <pc:sldChg chg="modSp new mod">
        <pc:chgData name="Hannah Maria Veit" userId="3071d0a0-def7-4971-97c2-664cdcc8205c" providerId="ADAL" clId="{AD1DD729-DCB7-8547-BF06-43F04B6B97B5}" dt="2025-01-26T17:14:12.129" v="1824" actId="20577"/>
        <pc:sldMkLst>
          <pc:docMk/>
          <pc:sldMk cId="2827129654" sldId="267"/>
        </pc:sldMkLst>
        <pc:spChg chg="mod">
          <ac:chgData name="Hannah Maria Veit" userId="3071d0a0-def7-4971-97c2-664cdcc8205c" providerId="ADAL" clId="{AD1DD729-DCB7-8547-BF06-43F04B6B97B5}" dt="2025-01-26T17:14:12.129" v="1824" actId="20577"/>
          <ac:spMkLst>
            <pc:docMk/>
            <pc:sldMk cId="2827129654" sldId="267"/>
            <ac:spMk id="2" creationId="{94DAD891-452A-1AB0-A09B-B394253BE61F}"/>
          </ac:spMkLst>
        </pc:spChg>
        <pc:spChg chg="mod">
          <ac:chgData name="Hannah Maria Veit" userId="3071d0a0-def7-4971-97c2-664cdcc8205c" providerId="ADAL" clId="{AD1DD729-DCB7-8547-BF06-43F04B6B97B5}" dt="2025-01-21T15:23:32.345" v="164" actId="20577"/>
          <ac:spMkLst>
            <pc:docMk/>
            <pc:sldMk cId="2827129654" sldId="267"/>
            <ac:spMk id="5" creationId="{E6D62B57-EB1D-0245-4171-B9509EC041A1}"/>
          </ac:spMkLst>
        </pc:spChg>
      </pc:sldChg>
      <pc:sldChg chg="modSp new mod">
        <pc:chgData name="Hannah Maria Veit" userId="3071d0a0-def7-4971-97c2-664cdcc8205c" providerId="ADAL" clId="{AD1DD729-DCB7-8547-BF06-43F04B6B97B5}" dt="2025-01-26T17:11:12.273" v="1488" actId="20577"/>
        <pc:sldMkLst>
          <pc:docMk/>
          <pc:sldMk cId="2480068865" sldId="268"/>
        </pc:sldMkLst>
        <pc:spChg chg="mod">
          <ac:chgData name="Hannah Maria Veit" userId="3071d0a0-def7-4971-97c2-664cdcc8205c" providerId="ADAL" clId="{AD1DD729-DCB7-8547-BF06-43F04B6B97B5}" dt="2025-01-26T17:11:12.273" v="1488" actId="20577"/>
          <ac:spMkLst>
            <pc:docMk/>
            <pc:sldMk cId="2480068865" sldId="268"/>
            <ac:spMk id="2" creationId="{BB84DF3E-947C-13F9-0A9E-06A3845A7A0A}"/>
          </ac:spMkLst>
        </pc:spChg>
        <pc:spChg chg="mod">
          <ac:chgData name="Hannah Maria Veit" userId="3071d0a0-def7-4971-97c2-664cdcc8205c" providerId="ADAL" clId="{AD1DD729-DCB7-8547-BF06-43F04B6B97B5}" dt="2025-01-21T15:23:48.117" v="176" actId="20577"/>
          <ac:spMkLst>
            <pc:docMk/>
            <pc:sldMk cId="2480068865" sldId="268"/>
            <ac:spMk id="5" creationId="{0914B7E9-023F-6B6F-6EB3-3FD182B4F954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AF9A7093-B570-B193-D7A9-C5C63DBA201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ABD1486-6470-ADF8-DE88-7EFF4FFC6F9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35FBCA-7827-204B-8916-3BD441F72BB8}" type="datetimeFigureOut">
              <a:rPr lang="de-DE" smtClean="0"/>
              <a:t>26.01.25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4AD9848-4544-6C88-D485-3E2FFA25BC9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A54C57B-ECE4-849C-BD69-0C6CD30F619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B2C0D7-0313-8748-AFD1-FE9CFDB25CA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6588773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2CE5A1-857B-214D-8BEE-AF65CEFCD544}" type="datetimeFigureOut">
              <a:rPr lang="de-DE" smtClean="0"/>
              <a:t>26.01.25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531BCB-E4CC-CD41-BF0E-941D9510A3D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35625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54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32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09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886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62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40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18" algn="l" defTabSz="91435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531BCB-E4CC-CD41-BF0E-941D9510A3DE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81833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3544CBE7-AFBB-1961-3EFC-905CC26E258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b="23705"/>
          <a:stretch/>
        </p:blipFill>
        <p:spPr>
          <a:xfrm>
            <a:off x="0" y="0"/>
            <a:ext cx="12240683" cy="5253203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94A5A38D-E190-82AE-46C3-2654892513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6763" y="5533147"/>
            <a:ext cx="10561669" cy="477837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2800" b="1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77545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44FC01E-4815-58CB-245F-C6264A32E6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7408" y="1130142"/>
            <a:ext cx="10858029" cy="4746783"/>
          </a:xfrm>
        </p:spPr>
        <p:txBody>
          <a:bodyPr>
            <a:normAutofit/>
          </a:bodyPr>
          <a:lstStyle>
            <a:lvl1pPr marL="228594" indent="-228594">
              <a:buFont typeface="Wingdings" pitchFamily="2" charset="2"/>
              <a:buChar char="§"/>
              <a:defRPr sz="1800">
                <a:solidFill>
                  <a:srgbClr val="4C4D4C"/>
                </a:solidFill>
              </a:defRPr>
            </a:lvl1pPr>
            <a:lvl2pPr marL="685783" indent="-228594">
              <a:buFont typeface="Wingdings" pitchFamily="2" charset="2"/>
              <a:buChar char="§"/>
              <a:defRPr sz="1800">
                <a:solidFill>
                  <a:srgbClr val="4C4D4C"/>
                </a:solidFill>
              </a:defRPr>
            </a:lvl2pPr>
            <a:lvl3pPr marL="1142971" indent="-228594">
              <a:buFont typeface="Wingdings" pitchFamily="2" charset="2"/>
              <a:buChar char="§"/>
              <a:defRPr sz="1800">
                <a:solidFill>
                  <a:srgbClr val="4C4D4C"/>
                </a:solidFill>
              </a:defRPr>
            </a:lvl3pPr>
            <a:lvl4pPr marL="1600160" indent="-228594">
              <a:buFont typeface="Wingdings" pitchFamily="2" charset="2"/>
              <a:buChar char="§"/>
              <a:defRPr sz="1800">
                <a:solidFill>
                  <a:srgbClr val="4C4D4C"/>
                </a:solidFill>
              </a:defRPr>
            </a:lvl4pPr>
            <a:lvl5pPr marL="2057349" indent="-228594">
              <a:buFont typeface="Wingdings" pitchFamily="2" charset="2"/>
              <a:buChar char="§"/>
              <a:defRPr sz="1800">
                <a:solidFill>
                  <a:srgbClr val="4C4D4C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8864711B-B66A-4977-94BF-C8F7966752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914198" y="6356350"/>
            <a:ext cx="13119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de-DE" sz="1000" smtClean="0">
                <a:solidFill>
                  <a:schemeClr val="accent3"/>
                </a:solidFill>
              </a:defRPr>
            </a:lvl1pPr>
          </a:lstStyle>
          <a:p>
            <a:pPr algn="ctr"/>
            <a:r>
              <a:rPr lang="de-DE"/>
              <a:t>27.01.2025</a:t>
            </a:r>
            <a:endParaRPr lang="de-AT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DADEC43C-9F10-44C2-948C-1CE9C0008C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31183" y="6356350"/>
            <a:ext cx="4114799" cy="365125"/>
          </a:xfrm>
          <a:prstGeom prst="rect">
            <a:avLst/>
          </a:prstGeom>
        </p:spPr>
        <p:txBody>
          <a:bodyPr anchor="ctr" anchorCtr="1"/>
          <a:lstStyle>
            <a:lvl1pPr>
              <a:defRPr lang="de-DE" sz="1000" smtClean="0">
                <a:solidFill>
                  <a:schemeClr val="accent3"/>
                </a:solidFill>
                <a:latin typeface="+mj-lt"/>
              </a:defRPr>
            </a:lvl1pPr>
          </a:lstStyle>
          <a:p>
            <a:pPr algn="ctr"/>
            <a:r>
              <a:rPr lang="de-AT"/>
              <a:t>Entwicklung einer Schichtplanungs-Webapplikation (V1.0)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062F2930-2022-4645-AD40-1CBBC51C54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7408" y="332656"/>
            <a:ext cx="10865960" cy="47783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lvl="0"/>
            <a:r>
              <a:rPr lang="de-DE"/>
              <a:t>Mastertitelformat bearbeiten</a:t>
            </a: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DDB4200-B07A-411A-9FE4-AD38EF843F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1053" y="6356350"/>
            <a:ext cx="882315" cy="365125"/>
          </a:xfrm>
          <a:prstGeom prst="rect">
            <a:avLst/>
          </a:prstGeom>
        </p:spPr>
        <p:txBody>
          <a:bodyPr anchor="ctr" anchorCtr="1"/>
          <a:lstStyle>
            <a:lvl1pPr>
              <a:defRPr lang="de-DE" sz="1000" smtClean="0">
                <a:solidFill>
                  <a:schemeClr val="accent3"/>
                </a:solidFill>
              </a:defRPr>
            </a:lvl1pPr>
          </a:lstStyle>
          <a:p>
            <a:pPr algn="r"/>
            <a:fld id="{EBA229B5-7CFD-BC45-B1DD-7E8FA6FF2A01}" type="slidenum">
              <a:rPr lang="de-AT" smtClean="0"/>
              <a:pPr algn="r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6542403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0" userDrawn="1">
          <p15:clr>
            <a:srgbClr val="FBAE40"/>
          </p15:clr>
        </p15:guide>
        <p15:guide id="2" pos="483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E0E2EE-6D34-4B5B-AA4B-573B592F9D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CCA28F89-96FF-4583-812E-E0A19D070C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914198" y="6356350"/>
            <a:ext cx="13119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de-DE" sz="1000" smtClean="0">
                <a:solidFill>
                  <a:schemeClr val="accent3"/>
                </a:solidFill>
              </a:defRPr>
            </a:lvl1pPr>
          </a:lstStyle>
          <a:p>
            <a:pPr algn="ctr"/>
            <a:r>
              <a:rPr lang="de-DE"/>
              <a:t>27.01.2025</a:t>
            </a:r>
            <a:endParaRPr lang="de-AT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7FFC789B-2A81-4438-874D-C120BD9583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31183" y="6356350"/>
            <a:ext cx="4114799" cy="365125"/>
          </a:xfrm>
          <a:prstGeom prst="rect">
            <a:avLst/>
          </a:prstGeom>
        </p:spPr>
        <p:txBody>
          <a:bodyPr anchor="ctr" anchorCtr="1"/>
          <a:lstStyle>
            <a:lvl1pPr>
              <a:defRPr lang="de-DE" sz="1000" smtClean="0">
                <a:solidFill>
                  <a:schemeClr val="accent3"/>
                </a:solidFill>
                <a:latin typeface="+mj-lt"/>
              </a:defRPr>
            </a:lvl1pPr>
          </a:lstStyle>
          <a:p>
            <a:pPr algn="ctr"/>
            <a:r>
              <a:rPr lang="de-AT"/>
              <a:t>Entwicklung einer Schichtplanungs-Webapplikation (V1.0)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45BED4D0-8BC2-43F5-A2D4-B6152750D3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1053" y="6356350"/>
            <a:ext cx="882315" cy="365125"/>
          </a:xfrm>
          <a:prstGeom prst="rect">
            <a:avLst/>
          </a:prstGeom>
        </p:spPr>
        <p:txBody>
          <a:bodyPr anchor="ctr" anchorCtr="1"/>
          <a:lstStyle>
            <a:lvl1pPr>
              <a:defRPr lang="de-DE" sz="1000" smtClean="0">
                <a:solidFill>
                  <a:schemeClr val="accent3"/>
                </a:solidFill>
              </a:defRPr>
            </a:lvl1pPr>
          </a:lstStyle>
          <a:p>
            <a:pPr algn="r"/>
            <a:fld id="{EBA229B5-7CFD-BC45-B1DD-7E8FA6FF2A01}" type="slidenum">
              <a:rPr lang="de-AT" smtClean="0"/>
              <a:pPr algn="r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0735102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66763" y="1130400"/>
            <a:ext cx="5273191" cy="4751387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de-DE" dirty="0"/>
            </a:lvl1pPr>
            <a:lvl2pPr>
              <a:defRPr lang="de-DE" dirty="0"/>
            </a:lvl2pPr>
            <a:lvl3pPr>
              <a:defRPr lang="de-DE" dirty="0"/>
            </a:lvl3pPr>
            <a:lvl4pPr>
              <a:defRPr lang="de-DE" dirty="0"/>
            </a:lvl4pPr>
            <a:lvl5pPr>
              <a:defRPr lang="en-US" dirty="0"/>
            </a:lvl5pPr>
          </a:lstStyle>
          <a:p>
            <a:pPr marL="228594" lvl="0" indent="-228594">
              <a:buFont typeface="Wingdings" pitchFamily="2" charset="2"/>
              <a:buChar char="§"/>
            </a:pPr>
            <a:r>
              <a:rPr lang="de-DE"/>
              <a:t>Mastertextformat bearbeiten</a:t>
            </a:r>
          </a:p>
          <a:p>
            <a:pPr marL="685783" lvl="1" indent="-228594">
              <a:buFont typeface="Wingdings" pitchFamily="2" charset="2"/>
              <a:buChar char="§"/>
            </a:pPr>
            <a:r>
              <a:rPr lang="de-DE"/>
              <a:t>Zweite Ebene</a:t>
            </a:r>
          </a:p>
          <a:p>
            <a:pPr marL="1142971" lvl="2" indent="-228594">
              <a:buFont typeface="Wingdings" pitchFamily="2" charset="2"/>
              <a:buChar char="§"/>
            </a:pPr>
            <a:r>
              <a:rPr lang="de-DE"/>
              <a:t>Dritte Ebene</a:t>
            </a:r>
          </a:p>
          <a:p>
            <a:pPr marL="1600160" lvl="3" indent="-228594">
              <a:buFont typeface="Wingdings" pitchFamily="2" charset="2"/>
              <a:buChar char="§"/>
            </a:pPr>
            <a:r>
              <a:rPr lang="de-DE"/>
              <a:t>Vierte Ebene</a:t>
            </a:r>
          </a:p>
          <a:p>
            <a:pPr marL="2057349" lvl="4" indent="-228594">
              <a:buFont typeface="Wingdings" pitchFamily="2" charset="2"/>
              <a:buChar char="§"/>
            </a:pPr>
            <a:r>
              <a:rPr lang="de-DE"/>
              <a:t>Fünfte Ebene</a:t>
            </a:r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7F25E90-E439-A938-CC55-2C9384E72BBE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59368" y="1130400"/>
            <a:ext cx="5274000" cy="4751387"/>
          </a:xfrm>
        </p:spPr>
        <p:txBody>
          <a:bodyPr>
            <a:normAutofit/>
          </a:bodyPr>
          <a:lstStyle>
            <a:lvl1pPr marL="228594" indent="-228594">
              <a:buFont typeface="Wingdings" pitchFamily="2" charset="2"/>
              <a:buChar char="§"/>
              <a:defRPr sz="1800">
                <a:solidFill>
                  <a:srgbClr val="4C4D4C"/>
                </a:solidFill>
              </a:defRPr>
            </a:lvl1pPr>
            <a:lvl2pPr marL="685783" indent="-228594">
              <a:buFont typeface="Wingdings" pitchFamily="2" charset="2"/>
              <a:buChar char="§"/>
              <a:defRPr sz="1800">
                <a:solidFill>
                  <a:srgbClr val="4C4D4C"/>
                </a:solidFill>
              </a:defRPr>
            </a:lvl2pPr>
            <a:lvl3pPr marL="1142971" indent="-228594">
              <a:buFont typeface="Wingdings" pitchFamily="2" charset="2"/>
              <a:buChar char="§"/>
              <a:defRPr sz="1800">
                <a:solidFill>
                  <a:srgbClr val="4C4D4C"/>
                </a:solidFill>
              </a:defRPr>
            </a:lvl3pPr>
            <a:lvl4pPr marL="1600160" indent="-228594">
              <a:buFont typeface="Wingdings" pitchFamily="2" charset="2"/>
              <a:buChar char="§"/>
              <a:defRPr sz="1800">
                <a:solidFill>
                  <a:srgbClr val="4C4D4C"/>
                </a:solidFill>
              </a:defRPr>
            </a:lvl4pPr>
            <a:lvl5pPr marL="2057349" indent="-228594">
              <a:buFont typeface="Wingdings" pitchFamily="2" charset="2"/>
              <a:buChar char="§"/>
              <a:defRPr sz="1800">
                <a:solidFill>
                  <a:srgbClr val="4C4D4C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4D2A0F63-3047-48A0-8844-706F94AA59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914198" y="6356350"/>
            <a:ext cx="13119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de-DE" sz="1000" smtClean="0">
                <a:solidFill>
                  <a:schemeClr val="accent3"/>
                </a:solidFill>
              </a:defRPr>
            </a:lvl1pPr>
          </a:lstStyle>
          <a:p>
            <a:pPr algn="ctr"/>
            <a:r>
              <a:rPr lang="de-DE"/>
              <a:t>27.01.2025</a:t>
            </a:r>
            <a:endParaRPr lang="de-AT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01F5EA41-68C8-4101-A777-DA8D66CDA3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31183" y="6356350"/>
            <a:ext cx="4114799" cy="365125"/>
          </a:xfrm>
          <a:prstGeom prst="rect">
            <a:avLst/>
          </a:prstGeom>
        </p:spPr>
        <p:txBody>
          <a:bodyPr anchor="ctr" anchorCtr="1"/>
          <a:lstStyle>
            <a:lvl1pPr>
              <a:defRPr lang="de-DE" sz="1000" smtClean="0">
                <a:solidFill>
                  <a:schemeClr val="accent3"/>
                </a:solidFill>
                <a:latin typeface="+mj-lt"/>
              </a:defRPr>
            </a:lvl1pPr>
          </a:lstStyle>
          <a:p>
            <a:pPr algn="ctr"/>
            <a:r>
              <a:rPr lang="de-AT"/>
              <a:t>Entwicklung einer Schichtplanungs-Webapplikation (V1.0)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BA835BB1-C341-484D-9478-FD7AC6FE91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7408" y="332656"/>
            <a:ext cx="10865960" cy="47783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lvl="0"/>
            <a:r>
              <a:rPr lang="de-DE"/>
              <a:t>Mastertitelformat bearbeiten</a:t>
            </a:r>
            <a:endParaRPr lang="en-US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3CABCA6-8A44-4510-88DF-1052582916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1053" y="6356350"/>
            <a:ext cx="882315" cy="365125"/>
          </a:xfrm>
          <a:prstGeom prst="rect">
            <a:avLst/>
          </a:prstGeom>
        </p:spPr>
        <p:txBody>
          <a:bodyPr anchor="ctr" anchorCtr="1"/>
          <a:lstStyle>
            <a:lvl1pPr>
              <a:defRPr lang="de-DE" sz="1000" smtClean="0">
                <a:solidFill>
                  <a:schemeClr val="accent3"/>
                </a:solidFill>
              </a:defRPr>
            </a:lvl1pPr>
          </a:lstStyle>
          <a:p>
            <a:pPr algn="r"/>
            <a:fld id="{EBA229B5-7CFD-BC45-B1DD-7E8FA6FF2A01}" type="slidenum">
              <a:rPr lang="de-AT" smtClean="0"/>
              <a:pPr algn="r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9468730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32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70969" y="1797050"/>
            <a:ext cx="5274000" cy="4079875"/>
          </a:xfrm>
        </p:spPr>
        <p:txBody>
          <a:bodyPr>
            <a:normAutofit/>
          </a:bodyPr>
          <a:lstStyle>
            <a:lvl1pPr marL="228594" indent="-228594">
              <a:buFont typeface="Wingdings" pitchFamily="2" charset="2"/>
              <a:buChar char="§"/>
              <a:defRPr sz="1800">
                <a:solidFill>
                  <a:srgbClr val="4C4D4C"/>
                </a:solidFill>
              </a:defRPr>
            </a:lvl1pPr>
            <a:lvl2pPr marL="457189" indent="0">
              <a:buNone/>
              <a:defRPr sz="2400">
                <a:solidFill>
                  <a:srgbClr val="4C4D4C"/>
                </a:solidFill>
              </a:defRPr>
            </a:lvl2pPr>
            <a:lvl3pPr>
              <a:defRPr sz="2000">
                <a:solidFill>
                  <a:schemeClr val="accent6"/>
                </a:solidFill>
              </a:defRPr>
            </a:lvl3pPr>
            <a:lvl4pPr>
              <a:defRPr sz="2000">
                <a:solidFill>
                  <a:schemeClr val="accent6"/>
                </a:solidFill>
              </a:defRPr>
            </a:lvl4pPr>
            <a:lvl5pPr>
              <a:defRPr sz="2000">
                <a:solidFill>
                  <a:schemeClr val="accent6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endParaRPr lang="en-US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D23EBBEB-ABBC-395C-14A7-2F7F0FAE60BA}"/>
              </a:ext>
            </a:extLst>
          </p:cNvPr>
          <p:cNvSpPr txBox="1"/>
          <p:nvPr userDrawn="1"/>
        </p:nvSpPr>
        <p:spPr>
          <a:xfrm>
            <a:off x="770969" y="1126927"/>
            <a:ext cx="5273999" cy="400110"/>
          </a:xfrm>
          <a:prstGeom prst="rect">
            <a:avLst/>
          </a:prstGeom>
          <a:solidFill>
            <a:schemeClr val="accent3"/>
          </a:solidFill>
        </p:spPr>
        <p:txBody>
          <a:bodyPr wrap="square" rtlCol="0">
            <a:spAutoFit/>
          </a:bodyPr>
          <a:lstStyle/>
          <a:p>
            <a:r>
              <a:rPr lang="de-DE" sz="2000">
                <a:solidFill>
                  <a:schemeClr val="bg1"/>
                </a:solidFill>
              </a:rPr>
              <a:t>Untertitelformat bearbeiten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68689F5-31B5-F924-6649-EBD229A11FB1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59368" y="1797050"/>
            <a:ext cx="5274000" cy="4079875"/>
          </a:xfrm>
        </p:spPr>
        <p:txBody>
          <a:bodyPr>
            <a:normAutofit/>
          </a:bodyPr>
          <a:lstStyle>
            <a:lvl1pPr marL="228594" indent="-228594">
              <a:buFont typeface="Wingdings" pitchFamily="2" charset="2"/>
              <a:buChar char="§"/>
              <a:defRPr sz="1800">
                <a:solidFill>
                  <a:srgbClr val="4C4D4C"/>
                </a:solidFill>
              </a:defRPr>
            </a:lvl1pPr>
            <a:lvl2pPr marL="457189" indent="0">
              <a:buNone/>
              <a:defRPr sz="2400">
                <a:solidFill>
                  <a:srgbClr val="4C4D4C"/>
                </a:solidFill>
              </a:defRPr>
            </a:lvl2pPr>
            <a:lvl3pPr>
              <a:defRPr sz="2000">
                <a:solidFill>
                  <a:schemeClr val="accent6"/>
                </a:solidFill>
              </a:defRPr>
            </a:lvl3pPr>
            <a:lvl4pPr>
              <a:defRPr sz="2000">
                <a:solidFill>
                  <a:schemeClr val="accent6"/>
                </a:solidFill>
              </a:defRPr>
            </a:lvl4pPr>
            <a:lvl5pPr>
              <a:defRPr sz="2000">
                <a:solidFill>
                  <a:schemeClr val="accent6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endParaRPr lang="en-US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FCADC7D-CFAE-D0EC-0BBB-45D49E9E25BF}"/>
              </a:ext>
            </a:extLst>
          </p:cNvPr>
          <p:cNvSpPr txBox="1"/>
          <p:nvPr userDrawn="1"/>
        </p:nvSpPr>
        <p:spPr>
          <a:xfrm>
            <a:off x="6359368" y="1127050"/>
            <a:ext cx="5274000" cy="400110"/>
          </a:xfrm>
          <a:prstGeom prst="rect">
            <a:avLst/>
          </a:prstGeom>
          <a:solidFill>
            <a:schemeClr val="accent3"/>
          </a:solidFill>
        </p:spPr>
        <p:txBody>
          <a:bodyPr wrap="square" rtlCol="0">
            <a:spAutoFit/>
          </a:bodyPr>
          <a:lstStyle/>
          <a:p>
            <a:r>
              <a:rPr lang="de-DE" sz="2000">
                <a:solidFill>
                  <a:schemeClr val="bg1"/>
                </a:solidFill>
              </a:rPr>
              <a:t>Untertitelformat bearbeiten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4139E03F-37B4-4FFD-BF3A-B610654DE8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914198" y="6356350"/>
            <a:ext cx="13119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de-DE" sz="1000" smtClean="0">
                <a:solidFill>
                  <a:schemeClr val="accent3"/>
                </a:solidFill>
              </a:defRPr>
            </a:lvl1pPr>
          </a:lstStyle>
          <a:p>
            <a:pPr algn="ctr"/>
            <a:r>
              <a:rPr lang="de-DE"/>
              <a:t>27.01.2025</a:t>
            </a:r>
            <a:endParaRPr lang="de-AT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4164399-33DF-4CA4-BB06-BBFA3298F4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31183" y="6356350"/>
            <a:ext cx="4114799" cy="365125"/>
          </a:xfrm>
          <a:prstGeom prst="rect">
            <a:avLst/>
          </a:prstGeom>
        </p:spPr>
        <p:txBody>
          <a:bodyPr anchor="ctr" anchorCtr="1"/>
          <a:lstStyle>
            <a:lvl1pPr>
              <a:defRPr lang="de-DE" sz="1000" smtClean="0">
                <a:solidFill>
                  <a:schemeClr val="accent3"/>
                </a:solidFill>
                <a:latin typeface="+mj-lt"/>
              </a:defRPr>
            </a:lvl1pPr>
          </a:lstStyle>
          <a:p>
            <a:pPr algn="ctr"/>
            <a:r>
              <a:rPr lang="de-AT"/>
              <a:t>Entwicklung einer Schichtplanungs-Webapplikation (V1.0)</a:t>
            </a:r>
          </a:p>
        </p:txBody>
      </p:sp>
      <p:sp>
        <p:nvSpPr>
          <p:cNvPr id="15" name="Title Placeholder 1">
            <a:extLst>
              <a:ext uri="{FF2B5EF4-FFF2-40B4-BE49-F238E27FC236}">
                <a16:creationId xmlns:a16="http://schemas.microsoft.com/office/drawing/2014/main" id="{E524F7D8-13D0-4D7C-BB66-DD0288049A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7408" y="332656"/>
            <a:ext cx="10865960" cy="47783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lvl="0"/>
            <a:r>
              <a:rPr lang="de-DE"/>
              <a:t>Mastertitelformat bearbeiten</a:t>
            </a:r>
            <a:endParaRPr lang="en-US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70BA7D5B-6828-4902-BCFD-FDFC101416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1053" y="6356350"/>
            <a:ext cx="882315" cy="365125"/>
          </a:xfrm>
          <a:prstGeom prst="rect">
            <a:avLst/>
          </a:prstGeom>
        </p:spPr>
        <p:txBody>
          <a:bodyPr anchor="ctr" anchorCtr="1"/>
          <a:lstStyle>
            <a:lvl1pPr>
              <a:defRPr lang="de-DE" sz="1000" smtClean="0">
                <a:solidFill>
                  <a:schemeClr val="accent3"/>
                </a:solidFill>
              </a:defRPr>
            </a:lvl1pPr>
          </a:lstStyle>
          <a:p>
            <a:pPr algn="r"/>
            <a:fld id="{EBA229B5-7CFD-BC45-B1DD-7E8FA6FF2A01}" type="slidenum">
              <a:rPr lang="de-AT" smtClean="0"/>
              <a:pPr algn="r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9124412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32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9368" y="1130400"/>
            <a:ext cx="5274000" cy="4756918"/>
          </a:xfrm>
        </p:spPr>
        <p:txBody>
          <a:bodyPr>
            <a:normAutofit/>
          </a:bodyPr>
          <a:lstStyle>
            <a:lvl1pPr marL="228594" indent="-228594">
              <a:buFont typeface="Wingdings" pitchFamily="2" charset="2"/>
              <a:buChar char="§"/>
              <a:defRPr sz="1800">
                <a:solidFill>
                  <a:srgbClr val="4C4D4C"/>
                </a:solidFill>
              </a:defRPr>
            </a:lvl1pPr>
            <a:lvl2pPr marL="685783" indent="-228594">
              <a:buFont typeface="Wingdings" pitchFamily="2" charset="2"/>
              <a:buChar char="§"/>
              <a:defRPr sz="1800">
                <a:solidFill>
                  <a:srgbClr val="4C4D4C"/>
                </a:solidFill>
              </a:defRPr>
            </a:lvl2pPr>
            <a:lvl3pPr marL="1142971" indent="-228594">
              <a:buFont typeface="Wingdings" pitchFamily="2" charset="2"/>
              <a:buChar char="§"/>
              <a:defRPr sz="1800">
                <a:solidFill>
                  <a:srgbClr val="4C4D4C"/>
                </a:solidFill>
              </a:defRPr>
            </a:lvl3pPr>
            <a:lvl4pPr marL="1600160" indent="-228594">
              <a:buFont typeface="Wingdings" pitchFamily="2" charset="2"/>
              <a:buChar char="§"/>
              <a:defRPr sz="1800">
                <a:solidFill>
                  <a:srgbClr val="4C4D4C"/>
                </a:solidFill>
              </a:defRPr>
            </a:lvl4pPr>
            <a:lvl5pPr marL="2057349" indent="-228594">
              <a:buFont typeface="Wingdings" pitchFamily="2" charset="2"/>
              <a:buChar char="§"/>
              <a:defRPr sz="1800">
                <a:solidFill>
                  <a:srgbClr val="4C4D4C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6799" y="1130400"/>
            <a:ext cx="5274000" cy="4756918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rgbClr val="4C4D4C"/>
                </a:solidFill>
              </a:defRPr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CFA8C76D-FB78-46AD-9126-06C0DD977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914198" y="6356350"/>
            <a:ext cx="13119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de-DE" sz="1000" smtClean="0">
                <a:solidFill>
                  <a:schemeClr val="accent3"/>
                </a:solidFill>
              </a:defRPr>
            </a:lvl1pPr>
          </a:lstStyle>
          <a:p>
            <a:pPr algn="ctr"/>
            <a:r>
              <a:rPr lang="de-DE"/>
              <a:t>27.01.2025</a:t>
            </a:r>
            <a:endParaRPr lang="de-AT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C3B2896-5CE0-4AE2-BF67-5854CC0A18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31183" y="6356350"/>
            <a:ext cx="4114799" cy="365125"/>
          </a:xfrm>
          <a:prstGeom prst="rect">
            <a:avLst/>
          </a:prstGeom>
        </p:spPr>
        <p:txBody>
          <a:bodyPr anchor="ctr" anchorCtr="1"/>
          <a:lstStyle>
            <a:lvl1pPr>
              <a:defRPr lang="de-DE" sz="1000" smtClean="0">
                <a:solidFill>
                  <a:schemeClr val="accent3"/>
                </a:solidFill>
                <a:latin typeface="+mj-lt"/>
              </a:defRPr>
            </a:lvl1pPr>
          </a:lstStyle>
          <a:p>
            <a:pPr algn="ctr"/>
            <a:r>
              <a:rPr lang="de-AT"/>
              <a:t>Entwicklung einer Schichtplanungs-Webapplikation (V1.0)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D164C183-DEFE-4514-A946-E88C7F4777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7408" y="332656"/>
            <a:ext cx="10865960" cy="47783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lvl="0"/>
            <a:r>
              <a:rPr lang="de-DE"/>
              <a:t>Mastertitelformat bearbeiten</a:t>
            </a:r>
            <a:endParaRPr lang="en-US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893F9A72-D976-44B9-928D-DE07A3A5D7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1053" y="6356350"/>
            <a:ext cx="882315" cy="365125"/>
          </a:xfrm>
          <a:prstGeom prst="rect">
            <a:avLst/>
          </a:prstGeom>
        </p:spPr>
        <p:txBody>
          <a:bodyPr anchor="ctr" anchorCtr="1"/>
          <a:lstStyle>
            <a:lvl1pPr>
              <a:defRPr lang="de-DE" sz="1000" smtClean="0">
                <a:solidFill>
                  <a:schemeClr val="accent3"/>
                </a:solidFill>
              </a:defRPr>
            </a:lvl1pPr>
          </a:lstStyle>
          <a:p>
            <a:pPr algn="r"/>
            <a:fld id="{EBA229B5-7CFD-BC45-B1DD-7E8FA6FF2A01}" type="slidenum">
              <a:rPr lang="de-AT" smtClean="0"/>
              <a:pPr algn="r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115761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32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359368" y="1130400"/>
            <a:ext cx="5274000" cy="4751386"/>
          </a:xfrm>
        </p:spPr>
        <p:txBody>
          <a:bodyPr anchor="t">
            <a:normAutofit/>
          </a:bodyPr>
          <a:lstStyle>
            <a:lvl1pPr marL="0" indent="0">
              <a:buNone/>
              <a:defRPr sz="1800">
                <a:solidFill>
                  <a:srgbClr val="4C4D4C"/>
                </a:solidFill>
              </a:defRPr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E6C6A265-800A-43D6-2F98-C10611F547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66762" y="1130400"/>
            <a:ext cx="5274000" cy="4751387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rgbClr val="4C4D4C"/>
                </a:solidFill>
              </a:defRPr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A4E2278B-2CE9-430A-902D-4C5232CCDF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914198" y="6356350"/>
            <a:ext cx="13119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de-DE" sz="1000" smtClean="0">
                <a:solidFill>
                  <a:schemeClr val="accent3"/>
                </a:solidFill>
              </a:defRPr>
            </a:lvl1pPr>
          </a:lstStyle>
          <a:p>
            <a:pPr algn="ctr"/>
            <a:r>
              <a:rPr lang="de-DE"/>
              <a:t>27.01.2025</a:t>
            </a:r>
            <a:endParaRPr lang="de-AT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1AC6CA4D-A3B1-475B-ABEA-939A8969F0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31183" y="6356350"/>
            <a:ext cx="4114799" cy="365125"/>
          </a:xfrm>
          <a:prstGeom prst="rect">
            <a:avLst/>
          </a:prstGeom>
        </p:spPr>
        <p:txBody>
          <a:bodyPr anchor="ctr" anchorCtr="1"/>
          <a:lstStyle>
            <a:lvl1pPr>
              <a:defRPr lang="de-DE" sz="1000" smtClean="0">
                <a:solidFill>
                  <a:schemeClr val="accent3"/>
                </a:solidFill>
                <a:latin typeface="+mj-lt"/>
              </a:defRPr>
            </a:lvl1pPr>
          </a:lstStyle>
          <a:p>
            <a:pPr algn="ctr"/>
            <a:r>
              <a:rPr lang="de-AT"/>
              <a:t>Entwicklung einer Schichtplanungs-Webapplikation (V1.0)</a:t>
            </a:r>
          </a:p>
        </p:txBody>
      </p:sp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24C3248B-5FBB-4845-9AAC-068CB56D4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7408" y="332656"/>
            <a:ext cx="10865960" cy="47783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lvl="0"/>
            <a:r>
              <a:rPr lang="de-DE"/>
              <a:t>Mastertitelformat bearbeiten</a:t>
            </a:r>
            <a:endParaRPr lang="en-US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600DB79-799A-4AB8-8AF9-3C91DADD7D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1053" y="6356350"/>
            <a:ext cx="882315" cy="365125"/>
          </a:xfrm>
          <a:prstGeom prst="rect">
            <a:avLst/>
          </a:prstGeom>
        </p:spPr>
        <p:txBody>
          <a:bodyPr anchor="ctr" anchorCtr="1"/>
          <a:lstStyle>
            <a:lvl1pPr>
              <a:defRPr lang="de-DE" sz="1000" smtClean="0">
                <a:solidFill>
                  <a:schemeClr val="accent3"/>
                </a:solidFill>
              </a:defRPr>
            </a:lvl1pPr>
          </a:lstStyle>
          <a:p>
            <a:pPr algn="r"/>
            <a:fld id="{EBA229B5-7CFD-BC45-B1DD-7E8FA6FF2A01}" type="slidenum">
              <a:rPr lang="de-AT" smtClean="0"/>
              <a:pPr algn="r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819915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 + 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8E3D3830-AFB1-4618-B279-6F686B2B654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66763" y="1700213"/>
            <a:ext cx="10866437" cy="1145537"/>
          </a:xfrm>
        </p:spPr>
        <p:txBody>
          <a:bodyPr>
            <a:noAutofit/>
          </a:bodyPr>
          <a:lstStyle>
            <a:lvl1pPr marL="623888" indent="-358775">
              <a:buNone/>
              <a:defRPr sz="2000" i="1"/>
            </a:lvl1pPr>
            <a:lvl2pPr marL="457200" indent="0">
              <a:buNone/>
              <a:defRPr sz="2000" i="1"/>
            </a:lvl2pPr>
            <a:lvl3pPr marL="914400" indent="0">
              <a:buNone/>
              <a:defRPr sz="2000" i="1"/>
            </a:lvl3pPr>
            <a:lvl4pPr marL="1371600" indent="0">
              <a:buNone/>
              <a:defRPr sz="2000" i="1"/>
            </a:lvl4pPr>
            <a:lvl5pPr marL="1828800" indent="0">
              <a:buNone/>
              <a:defRPr sz="2000" i="1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CD230031-93FC-50BC-76F9-90A026F0873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66763" y="1130400"/>
            <a:ext cx="10865960" cy="480053"/>
          </a:xfrm>
        </p:spPr>
        <p:txBody>
          <a:bodyPr>
            <a:normAutofit/>
          </a:bodyPr>
          <a:lstStyle>
            <a:lvl1pPr marL="0" indent="0" algn="l">
              <a:buNone/>
              <a:defRPr sz="1800">
                <a:solidFill>
                  <a:srgbClr val="4C4D4C"/>
                </a:solidFill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95D40C19-5571-4E6B-92FB-0DB0321559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914198" y="6356350"/>
            <a:ext cx="13119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de-DE" sz="1000" smtClean="0">
                <a:solidFill>
                  <a:schemeClr val="accent3"/>
                </a:solidFill>
              </a:defRPr>
            </a:lvl1pPr>
          </a:lstStyle>
          <a:p>
            <a:pPr algn="ctr"/>
            <a:r>
              <a:rPr lang="de-DE"/>
              <a:t>27.01.2025</a:t>
            </a:r>
            <a:endParaRPr lang="de-AT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A6A666AF-0FF4-4744-939E-6225A79AC1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31183" y="6356350"/>
            <a:ext cx="4114799" cy="365125"/>
          </a:xfrm>
          <a:prstGeom prst="rect">
            <a:avLst/>
          </a:prstGeom>
        </p:spPr>
        <p:txBody>
          <a:bodyPr anchor="ctr" anchorCtr="1"/>
          <a:lstStyle>
            <a:lvl1pPr>
              <a:defRPr lang="de-DE" sz="1000" smtClean="0">
                <a:solidFill>
                  <a:schemeClr val="accent3"/>
                </a:solidFill>
                <a:latin typeface="+mj-lt"/>
              </a:defRPr>
            </a:lvl1pPr>
          </a:lstStyle>
          <a:p>
            <a:pPr algn="ctr"/>
            <a:r>
              <a:rPr lang="de-AT"/>
              <a:t>Entwicklung einer Schichtplanungs-Webapplikation (V1.0)</a:t>
            </a:r>
          </a:p>
        </p:txBody>
      </p:sp>
      <p:sp>
        <p:nvSpPr>
          <p:cNvPr id="15" name="Title Placeholder 1">
            <a:extLst>
              <a:ext uri="{FF2B5EF4-FFF2-40B4-BE49-F238E27FC236}">
                <a16:creationId xmlns:a16="http://schemas.microsoft.com/office/drawing/2014/main" id="{C3F18671-40F8-476D-AA96-093766E4AF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7408" y="332656"/>
            <a:ext cx="10865960" cy="47783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lvl="0"/>
            <a:r>
              <a:rPr lang="de-DE"/>
              <a:t>Mastertitelformat bearbeiten</a:t>
            </a:r>
            <a:endParaRPr lang="en-US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DAAADEFE-31C8-48CD-9129-6646A91622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1053" y="6356350"/>
            <a:ext cx="882315" cy="365125"/>
          </a:xfrm>
          <a:prstGeom prst="rect">
            <a:avLst/>
          </a:prstGeom>
        </p:spPr>
        <p:txBody>
          <a:bodyPr anchor="ctr" anchorCtr="1"/>
          <a:lstStyle>
            <a:lvl1pPr>
              <a:defRPr lang="de-DE" sz="1000" smtClean="0">
                <a:solidFill>
                  <a:schemeClr val="accent3"/>
                </a:solidFill>
              </a:defRPr>
            </a:lvl1pPr>
          </a:lstStyle>
          <a:p>
            <a:pPr algn="r"/>
            <a:fld id="{EBA229B5-7CFD-BC45-B1DD-7E8FA6FF2A01}" type="slidenum">
              <a:rPr lang="de-AT" smtClean="0"/>
              <a:pPr algn="r"/>
              <a:t>‹Nr.›</a:t>
            </a:fld>
            <a:endParaRPr lang="de-AT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BC19150B-8033-4BB0-A118-14B6BAB797B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66763" y="2949575"/>
            <a:ext cx="10848975" cy="29273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cxnSp>
        <p:nvCxnSpPr>
          <p:cNvPr id="11" name="Gerade Verbindung 10">
            <a:extLst>
              <a:ext uri="{FF2B5EF4-FFF2-40B4-BE49-F238E27FC236}">
                <a16:creationId xmlns:a16="http://schemas.microsoft.com/office/drawing/2014/main" id="{66364703-4655-3A8A-7A24-521B94AB028D}"/>
              </a:ext>
            </a:extLst>
          </p:cNvPr>
          <p:cNvCxnSpPr/>
          <p:nvPr userDrawn="1"/>
        </p:nvCxnSpPr>
        <p:spPr>
          <a:xfrm>
            <a:off x="863269" y="1797050"/>
            <a:ext cx="0" cy="960107"/>
          </a:xfrm>
          <a:prstGeom prst="line">
            <a:avLst/>
          </a:prstGeom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03692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32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F9CEA406-B33A-474E-AD25-1543EBC503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914198" y="6356350"/>
            <a:ext cx="13119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de-DE" sz="1000" smtClean="0">
                <a:solidFill>
                  <a:schemeClr val="accent3"/>
                </a:solidFill>
              </a:defRPr>
            </a:lvl1pPr>
          </a:lstStyle>
          <a:p>
            <a:pPr algn="ctr"/>
            <a:r>
              <a:rPr lang="de-DE"/>
              <a:t>27.01.2025</a:t>
            </a:r>
            <a:endParaRPr lang="de-AT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7CA45CBD-1CCA-4B41-9006-CD2C639229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431183" y="6356350"/>
            <a:ext cx="4114799" cy="365125"/>
          </a:xfrm>
          <a:prstGeom prst="rect">
            <a:avLst/>
          </a:prstGeom>
        </p:spPr>
        <p:txBody>
          <a:bodyPr anchor="ctr" anchorCtr="1"/>
          <a:lstStyle>
            <a:lvl1pPr>
              <a:defRPr lang="de-DE" sz="1000" smtClean="0">
                <a:solidFill>
                  <a:schemeClr val="accent3"/>
                </a:solidFill>
                <a:latin typeface="+mj-lt"/>
              </a:defRPr>
            </a:lvl1pPr>
          </a:lstStyle>
          <a:p>
            <a:pPr algn="ctr"/>
            <a:r>
              <a:rPr lang="de-AT"/>
              <a:t>Entwicklung einer Schichtplanungs-Webapplikation (V1.0)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E5B5B30B-5CF3-41A4-91A9-CC3AAAC649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51053" y="6356350"/>
            <a:ext cx="882315" cy="365125"/>
          </a:xfrm>
          <a:prstGeom prst="rect">
            <a:avLst/>
          </a:prstGeom>
        </p:spPr>
        <p:txBody>
          <a:bodyPr anchor="ctr" anchorCtr="1"/>
          <a:lstStyle>
            <a:lvl1pPr>
              <a:defRPr lang="de-DE" sz="1000" smtClean="0">
                <a:solidFill>
                  <a:schemeClr val="accent3"/>
                </a:solidFill>
              </a:defRPr>
            </a:lvl1pPr>
          </a:lstStyle>
          <a:p>
            <a:pPr algn="r"/>
            <a:fld id="{EBA229B5-7CFD-BC45-B1DD-7E8FA6FF2A01}" type="slidenum">
              <a:rPr lang="de-AT" smtClean="0"/>
              <a:pPr algn="r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1676531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ckblatt Social Media+ww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07090AD0-FD2A-CA7D-BBD5-5B2FCD0D817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240682" cy="6885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8136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218396C8-6250-4EB9-A9AF-4941536C7682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rcRect/>
          <a:stretch/>
        </p:blipFill>
        <p:spPr>
          <a:xfrm>
            <a:off x="0" y="0"/>
            <a:ext cx="12250813" cy="6891082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7408" y="332656"/>
            <a:ext cx="10865960" cy="47783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lvl="0"/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7408" y="1130142"/>
            <a:ext cx="10865960" cy="47467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28594" lvl="0" indent="-228594">
              <a:buFont typeface="Wingdings" pitchFamily="2" charset="2"/>
              <a:buChar char="§"/>
            </a:pPr>
            <a:r>
              <a:rPr lang="de-DE"/>
              <a:t>Mastertextformat bearbeiten</a:t>
            </a:r>
          </a:p>
          <a:p>
            <a:pPr marL="685783" lvl="1" indent="-228594">
              <a:buFont typeface="Wingdings" pitchFamily="2" charset="2"/>
              <a:buChar char="§"/>
            </a:pPr>
            <a:r>
              <a:rPr lang="de-DE"/>
              <a:t>Zweite Ebene</a:t>
            </a:r>
          </a:p>
          <a:p>
            <a:pPr marL="1142971" lvl="2" indent="-228594">
              <a:buFont typeface="Wingdings" pitchFamily="2" charset="2"/>
              <a:buChar char="§"/>
            </a:pPr>
            <a:r>
              <a:rPr lang="de-DE"/>
              <a:t>Dritte Ebene</a:t>
            </a:r>
          </a:p>
          <a:p>
            <a:pPr marL="1600160" lvl="3" indent="-228594">
              <a:buFont typeface="Wingdings" pitchFamily="2" charset="2"/>
              <a:buChar char="§"/>
            </a:pPr>
            <a:r>
              <a:rPr lang="de-DE"/>
              <a:t>Vierte Ebene</a:t>
            </a:r>
          </a:p>
          <a:p>
            <a:pPr marL="2057349" lvl="4" indent="-228594">
              <a:buFont typeface="Wingdings" pitchFamily="2" charset="2"/>
              <a:buChar char="§"/>
            </a:pPr>
            <a:r>
              <a:rPr lang="de-DE"/>
              <a:t>Fünfte Ebene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14198" y="6356350"/>
            <a:ext cx="13119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de-DE" sz="1000" smtClean="0">
                <a:solidFill>
                  <a:schemeClr val="accent3"/>
                </a:solidFill>
              </a:defRPr>
            </a:lvl1pPr>
          </a:lstStyle>
          <a:p>
            <a:pPr algn="ctr"/>
            <a:r>
              <a:rPr lang="de-DE"/>
              <a:t>27.01.2025</a:t>
            </a:r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431183" y="6356350"/>
            <a:ext cx="4114799" cy="365125"/>
          </a:xfrm>
          <a:prstGeom prst="rect">
            <a:avLst/>
          </a:prstGeom>
        </p:spPr>
        <p:txBody>
          <a:bodyPr anchor="ctr" anchorCtr="1"/>
          <a:lstStyle>
            <a:lvl1pPr>
              <a:defRPr lang="de-DE" sz="1000" smtClean="0">
                <a:solidFill>
                  <a:schemeClr val="accent3"/>
                </a:solidFill>
                <a:latin typeface="+mj-lt"/>
              </a:defRPr>
            </a:lvl1pPr>
          </a:lstStyle>
          <a:p>
            <a:pPr algn="ctr"/>
            <a:r>
              <a:rPr lang="de-AT"/>
              <a:t>Entwicklung einer Schichtplanungs-Webapplikation (V1.0)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1053" y="6356350"/>
            <a:ext cx="882315" cy="365125"/>
          </a:xfrm>
          <a:prstGeom prst="rect">
            <a:avLst/>
          </a:prstGeom>
        </p:spPr>
        <p:txBody>
          <a:bodyPr anchor="ctr" anchorCtr="1"/>
          <a:lstStyle>
            <a:lvl1pPr>
              <a:defRPr lang="de-DE" sz="1000" smtClean="0">
                <a:solidFill>
                  <a:schemeClr val="accent3"/>
                </a:solidFill>
              </a:defRPr>
            </a:lvl1pPr>
          </a:lstStyle>
          <a:p>
            <a:pPr algn="r"/>
            <a:fld id="{EBA229B5-7CFD-BC45-B1DD-7E8FA6FF2A01}" type="slidenum">
              <a:rPr lang="de-AT" smtClean="0"/>
              <a:pPr algn="r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1397001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0" r:id="rId1"/>
    <p:sldLayoutId id="2147483706" r:id="rId2"/>
    <p:sldLayoutId id="2147483747" r:id="rId3"/>
    <p:sldLayoutId id="2147483708" r:id="rId4"/>
    <p:sldLayoutId id="2147483721" r:id="rId5"/>
    <p:sldLayoutId id="2147483712" r:id="rId6"/>
    <p:sldLayoutId id="2147483713" r:id="rId7"/>
    <p:sldLayoutId id="2147483714" r:id="rId8"/>
    <p:sldLayoutId id="2147483735" r:id="rId9"/>
    <p:sldLayoutId id="2147483720" r:id="rId10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800" kern="1200" dirty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de-DE" sz="1800" kern="1200">
          <a:solidFill>
            <a:srgbClr val="4C4D4C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rgbClr val="4C4D4C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rgbClr val="4C4D4C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rgbClr val="4C4D4C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kern="1200" dirty="0">
          <a:solidFill>
            <a:srgbClr val="4C4D4C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09" userDrawn="1">
          <p15:clr>
            <a:srgbClr val="F26B43"/>
          </p15:clr>
        </p15:guide>
        <p15:guide id="2" pos="48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3702" userDrawn="1">
          <p15:clr>
            <a:srgbClr val="F26B43"/>
          </p15:clr>
        </p15:guide>
        <p15:guide id="5" orient="horz" pos="420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ttps://matrix1.uibk.ac.at/_matrix/media/v3/download/uibk.ac.at/cCdXRVJebsgvjagZywYEbURw">
            <a:extLst>
              <a:ext uri="{FF2B5EF4-FFF2-40B4-BE49-F238E27FC236}">
                <a16:creationId xmlns:a16="http://schemas.microsoft.com/office/drawing/2014/main" id="{A0BCD23C-84F2-4FF2-BAF9-AAD522A8EE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16" y="270164"/>
            <a:ext cx="1218776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itel 7">
            <a:extLst>
              <a:ext uri="{FF2B5EF4-FFF2-40B4-BE49-F238E27FC236}">
                <a16:creationId xmlns:a16="http://schemas.microsoft.com/office/drawing/2014/main" id="{0B5044AA-7C76-4AFF-ADBD-B262E8397B9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AT"/>
              <a:t>Entwicklung einer Schichtplanungs-Webapplikation (V1.0)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12020C8E-D6C1-0DB1-CBA5-7EC3660E52C8}"/>
              </a:ext>
            </a:extLst>
          </p:cNvPr>
          <p:cNvSpPr txBox="1"/>
          <p:nvPr/>
        </p:nvSpPr>
        <p:spPr>
          <a:xfrm>
            <a:off x="6084553" y="-11447"/>
            <a:ext cx="18473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sz="3200"/>
          </a:p>
        </p:txBody>
      </p:sp>
      <p:sp>
        <p:nvSpPr>
          <p:cNvPr id="3" name="Textplatzhalter 5">
            <a:extLst>
              <a:ext uri="{FF2B5EF4-FFF2-40B4-BE49-F238E27FC236}">
                <a16:creationId xmlns:a16="http://schemas.microsoft.com/office/drawing/2014/main" id="{EA6A3DC4-6E30-DB64-7CA8-BB4363594AEC}"/>
              </a:ext>
            </a:extLst>
          </p:cNvPr>
          <p:cNvSpPr txBox="1">
            <a:spLocks/>
          </p:cNvSpPr>
          <p:nvPr/>
        </p:nvSpPr>
        <p:spPr>
          <a:xfrm>
            <a:off x="766763" y="6082475"/>
            <a:ext cx="11255519" cy="58661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AT" sz="1500">
                <a:solidFill>
                  <a:srgbClr val="4C4D4C"/>
                </a:solidFill>
              </a:rPr>
              <a:t>Universität Innsbruck, PS Softwarearchitektur, Semesterprojekt WS24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de-AT" sz="1500">
                <a:solidFill>
                  <a:srgbClr val="4C4D4C"/>
                </a:solidFill>
              </a:rPr>
              <a:t>Valentin Ferst, Rasmus Hansen, Lucas Henze, Leonhard Pätz, Hannah Veit und Ronja </a:t>
            </a:r>
            <a:r>
              <a:rPr lang="de-AT" sz="1500" err="1">
                <a:solidFill>
                  <a:srgbClr val="4C4D4C"/>
                </a:solidFill>
              </a:rPr>
              <a:t>Wackerle</a:t>
            </a:r>
            <a:r>
              <a:rPr lang="de-AT" sz="1500">
                <a:solidFill>
                  <a:srgbClr val="4C4D4C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08431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38ADCC8E-DEB0-43A1-8E90-4FCC29F769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Generell: Anfangs sehr schwierig ohne Erfahrung das ganze Projekt zeitlich zu planen </a:t>
            </a:r>
          </a:p>
          <a:p>
            <a:r>
              <a:rPr lang="de-DE" dirty="0" err="1"/>
              <a:t>Git</a:t>
            </a:r>
            <a:r>
              <a:rPr lang="de-DE" dirty="0"/>
              <a:t> Workflow: </a:t>
            </a:r>
            <a:r>
              <a:rPr lang="de-DE" dirty="0" err="1"/>
              <a:t>Issues</a:t>
            </a:r>
            <a:r>
              <a:rPr lang="de-DE" dirty="0"/>
              <a:t> -&gt; Branch -&gt; </a:t>
            </a:r>
            <a:r>
              <a:rPr lang="de-DE" dirty="0" err="1"/>
              <a:t>Merge</a:t>
            </a:r>
            <a:r>
              <a:rPr lang="de-DE" dirty="0"/>
              <a:t> </a:t>
            </a:r>
            <a:r>
              <a:rPr lang="de-DE" dirty="0" err="1"/>
              <a:t>Requests</a:t>
            </a:r>
            <a:endParaRPr lang="de-DE" dirty="0"/>
          </a:p>
          <a:p>
            <a:r>
              <a:rPr lang="de-DE" dirty="0"/>
              <a:t>Guter Überblick durch Tags und Organisation in GIT  </a:t>
            </a:r>
          </a:p>
          <a:p>
            <a:r>
              <a:rPr lang="de-DE" dirty="0"/>
              <a:t>Erste Aufteilung nach Entitäten </a:t>
            </a:r>
          </a:p>
          <a:p>
            <a:r>
              <a:rPr lang="de-DE" dirty="0"/>
              <a:t>Erstellung der zugehörigen Klassen (Services, Controller, etc.)</a:t>
            </a:r>
          </a:p>
          <a:p>
            <a:r>
              <a:rPr lang="de-DE" dirty="0"/>
              <a:t>Beginn mit backend, da es im ersten Moment greifbarer war </a:t>
            </a:r>
          </a:p>
          <a:p>
            <a:r>
              <a:rPr lang="de-DE" dirty="0"/>
              <a:t>Spätere Aufteilung in Frontend und Backend Teams </a:t>
            </a:r>
          </a:p>
          <a:p>
            <a:r>
              <a:rPr lang="de-DE" dirty="0"/>
              <a:t> Frontend war zu Beginn nicht einschätzbar -&gt; früheres Beginnen wäre sinnvoll gewesen 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A12174E-D8B2-09EA-1EA5-1BC2E0234AA2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pPr algn="ctr"/>
            <a:r>
              <a:rPr lang="de-DE"/>
              <a:t>27.01.2025</a:t>
            </a:r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C75B74A-7077-4F08-25D0-E01F95BCF7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algn="ctr"/>
            <a:r>
              <a:rPr lang="de-AT"/>
              <a:t>Entwicklung einer Schichtplanungs-Webapplikation (V1.0)</a:t>
            </a:r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515394CC-D765-5076-0E2E-3E6FC527C1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Planung &amp; Projektmanagement 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C018877-AE2C-3B87-58EA-D5E7DE0284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r"/>
            <a:fld id="{EBA229B5-7CFD-BC45-B1DD-7E8FA6FF2A01}" type="slidenum">
              <a:rPr lang="de-AT" smtClean="0"/>
              <a:pPr algn="r"/>
              <a:t>2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6293983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94DAD891-452A-1AB0-A09B-B394253BE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Tests sind sinnvoll solange nichts mehr an den Entitäten verändert wird </a:t>
            </a:r>
          </a:p>
          <a:p>
            <a:r>
              <a:rPr lang="de-DE" dirty="0"/>
              <a:t>Probleme bei der Erstellung von Tests </a:t>
            </a:r>
          </a:p>
          <a:p>
            <a:pPr>
              <a:buFont typeface="Wingdings" pitchFamily="2" charset="2"/>
              <a:buChar char="è"/>
            </a:pPr>
            <a:r>
              <a:rPr lang="de-DE" dirty="0"/>
              <a:t>Konzentration auf andere Teile des Projekts </a:t>
            </a:r>
          </a:p>
          <a:p>
            <a:pPr>
              <a:buFont typeface="Wingdings" pitchFamily="2" charset="2"/>
              <a:buChar char="è"/>
            </a:pPr>
            <a:r>
              <a:rPr lang="de-DE" dirty="0"/>
              <a:t>Code Qualität wurde nicht gezielt verbessert </a:t>
            </a:r>
          </a:p>
          <a:p>
            <a:pPr>
              <a:buFont typeface="Wingdings" pitchFamily="2" charset="2"/>
              <a:buChar char="è"/>
            </a:pPr>
            <a:endParaRPr lang="de-DE" dirty="0"/>
          </a:p>
          <a:p>
            <a:r>
              <a:rPr lang="de-DE" dirty="0" err="1"/>
              <a:t>SonarCube</a:t>
            </a:r>
            <a:r>
              <a:rPr lang="de-DE" dirty="0"/>
              <a:t> hat teilweise beim Implementieren unterstützt, was hilfreich war 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63DFF73-E267-AD66-1A9E-849992F4607A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pPr algn="ctr"/>
            <a:r>
              <a:rPr lang="de-DE"/>
              <a:t>27.01.2025</a:t>
            </a:r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75ABD7E-2F57-A52F-A330-A7F7BB8D07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algn="ctr"/>
            <a:r>
              <a:rPr lang="de-AT"/>
              <a:t>Entwicklung einer Schichtplanungs-Webapplikation (V1.0)</a:t>
            </a:r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E6D62B57-EB1D-0245-4171-B9509EC04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/>
              <a:t>Code Qualität</a:t>
            </a:r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8F479D1-1794-F267-93BC-BBA52F4886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r"/>
            <a:fld id="{EBA229B5-7CFD-BC45-B1DD-7E8FA6FF2A01}" type="slidenum">
              <a:rPr lang="de-AT" smtClean="0"/>
              <a:pPr algn="r"/>
              <a:t>3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8271296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BB84DF3E-947C-13F9-0A9E-06A3845A7A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AT" dirty="0">
                <a:ea typeface="Calibri" panose="020F0502020204030204"/>
                <a:cs typeface="Calibri" panose="020F0502020204030204"/>
              </a:rPr>
              <a:t>Noch einige Unklarheiten besonders bzgl. des </a:t>
            </a:r>
            <a:r>
              <a:rPr lang="de-AT" dirty="0" err="1">
                <a:ea typeface="Calibri" panose="020F0502020204030204"/>
                <a:cs typeface="Calibri" panose="020F0502020204030204"/>
              </a:rPr>
              <a:t>Frontends</a:t>
            </a:r>
            <a:r>
              <a:rPr lang="de-AT" dirty="0">
                <a:ea typeface="Calibri" panose="020F0502020204030204"/>
                <a:cs typeface="Calibri" panose="020F0502020204030204"/>
              </a:rPr>
              <a:t>: z.B. Wiederverwendbarkeit durch </a:t>
            </a:r>
            <a:r>
              <a:rPr lang="de-AT" dirty="0" err="1">
                <a:ea typeface="Calibri" panose="020F0502020204030204"/>
                <a:cs typeface="Calibri" panose="020F0502020204030204"/>
              </a:rPr>
              <a:t>Generics</a:t>
            </a:r>
            <a:r>
              <a:rPr lang="de-AT" dirty="0">
                <a:ea typeface="Calibri" panose="020F0502020204030204"/>
                <a:cs typeface="Calibri" panose="020F0502020204030204"/>
              </a:rPr>
              <a:t>/Abstraktion?</a:t>
            </a:r>
          </a:p>
          <a:p>
            <a:pPr marL="0" indent="0">
              <a:buNone/>
            </a:pPr>
            <a:endParaRPr lang="de-DE" dirty="0"/>
          </a:p>
          <a:p>
            <a:r>
              <a:rPr lang="de-AT" dirty="0">
                <a:ea typeface="Calibri" panose="020F0502020204030204"/>
                <a:cs typeface="Calibri" panose="020F0502020204030204"/>
              </a:rPr>
              <a:t> Änderungen beim nächsten Projekt:</a:t>
            </a:r>
          </a:p>
          <a:p>
            <a:pPr marL="342900" indent="-342900">
              <a:buFont typeface="+mj-lt"/>
              <a:buAutoNum type="arabicPeriod"/>
            </a:pPr>
            <a:r>
              <a:rPr lang="de-AT" dirty="0">
                <a:ea typeface="Calibri" panose="020F0502020204030204"/>
                <a:cs typeface="Calibri" panose="020F0502020204030204"/>
              </a:rPr>
              <a:t>2er Teams die sich gegenseitig reviewen und ähnliche Sachen entwickeln, statt Einzelverantwortung</a:t>
            </a:r>
          </a:p>
          <a:p>
            <a:pPr marL="342900" indent="-342900">
              <a:buFont typeface="+mj-lt"/>
              <a:buAutoNum type="arabicPeriod"/>
            </a:pPr>
            <a:r>
              <a:rPr lang="de-AT" dirty="0">
                <a:ea typeface="Calibri" panose="020F0502020204030204"/>
                <a:cs typeface="Calibri" panose="020F0502020204030204"/>
              </a:rPr>
              <a:t>Dummy Entitäten von Anfang an als Basis erstellen</a:t>
            </a:r>
          </a:p>
          <a:p>
            <a:pPr marL="342900" indent="-342900">
              <a:buFont typeface="+mj-lt"/>
              <a:buAutoNum type="arabicPeriod"/>
            </a:pPr>
            <a:r>
              <a:rPr lang="de-AT" dirty="0">
                <a:ea typeface="Calibri" panose="020F0502020204030204"/>
                <a:cs typeface="Calibri" panose="020F0502020204030204"/>
              </a:rPr>
              <a:t>Von Frontend -&gt; Backend entwickeln statt vom Backend -&gt; Frontend</a:t>
            </a:r>
          </a:p>
          <a:p>
            <a:pPr marL="0" indent="0">
              <a:buNone/>
            </a:pPr>
            <a:endParaRPr lang="de-AT" dirty="0">
              <a:ea typeface="Calibri" panose="020F0502020204030204"/>
              <a:cs typeface="Calibri" panose="020F0502020204030204"/>
            </a:endParaRPr>
          </a:p>
          <a:p>
            <a:r>
              <a:rPr lang="de-AT" dirty="0">
                <a:ea typeface="Calibri" panose="020F0502020204030204"/>
                <a:cs typeface="Calibri" panose="020F0502020204030204"/>
              </a:rPr>
              <a:t>Allgemeines Feedback:</a:t>
            </a:r>
          </a:p>
          <a:p>
            <a:pPr marL="342900" indent="-342900">
              <a:buFont typeface="+mj-lt"/>
              <a:buAutoNum type="arabicPeriod"/>
            </a:pPr>
            <a:r>
              <a:rPr lang="de-AT" dirty="0">
                <a:ea typeface="Calibri" panose="020F0502020204030204"/>
                <a:cs typeface="Calibri" panose="020F0502020204030204"/>
              </a:rPr>
              <a:t>Frühere Kommunikation der Minimalanforderungen zum Bestehen  </a:t>
            </a:r>
          </a:p>
          <a:p>
            <a:pPr marL="342900" indent="-342900">
              <a:buFont typeface="+mj-lt"/>
              <a:buAutoNum type="arabicPeriod"/>
            </a:pPr>
            <a:r>
              <a:rPr lang="de-AT" dirty="0">
                <a:ea typeface="Calibri" panose="020F0502020204030204"/>
                <a:cs typeface="Calibri" panose="020F0502020204030204"/>
              </a:rPr>
              <a:t>Postman früher bekannt machen </a:t>
            </a:r>
          </a:p>
          <a:p>
            <a:pPr marL="342900" indent="-342900">
              <a:buFont typeface="+mj-lt"/>
              <a:buAutoNum type="arabicPeriod"/>
            </a:pPr>
            <a:r>
              <a:rPr lang="de-AT" dirty="0">
                <a:ea typeface="Calibri" panose="020F0502020204030204"/>
                <a:cs typeface="Calibri" panose="020F0502020204030204"/>
              </a:rPr>
              <a:t>Projekt als Übungsaufgabe früher im Semester -&gt; früherer Kontakt mit dem Aufbau </a:t>
            </a:r>
          </a:p>
          <a:p>
            <a:pPr marL="342900" indent="-342900">
              <a:buFont typeface="+mj-lt"/>
              <a:buAutoNum type="arabicPeriod"/>
            </a:pPr>
            <a:r>
              <a:rPr lang="de-AT" dirty="0">
                <a:ea typeface="Calibri" panose="020F0502020204030204"/>
                <a:cs typeface="Calibri" panose="020F0502020204030204"/>
              </a:rPr>
              <a:t>Übungszettel zum Frontend</a:t>
            </a:r>
          </a:p>
          <a:p>
            <a:pPr marL="342900" indent="-342900">
              <a:buFont typeface="+mj-lt"/>
              <a:buAutoNum type="arabicPeriod"/>
            </a:pPr>
            <a:endParaRPr lang="de-AT" dirty="0">
              <a:ea typeface="Calibri" panose="020F0502020204030204"/>
              <a:cs typeface="Calibri" panose="020F0502020204030204"/>
            </a:endParaRPr>
          </a:p>
          <a:p>
            <a:pPr marL="342900" indent="-342900">
              <a:buFont typeface="+mj-lt"/>
              <a:buAutoNum type="arabicPeriod"/>
            </a:pPr>
            <a:endParaRPr lang="de-AT" dirty="0">
              <a:ea typeface="Calibri" panose="020F0502020204030204"/>
              <a:cs typeface="Calibri" panose="020F0502020204030204"/>
            </a:endParaRPr>
          </a:p>
          <a:p>
            <a:pPr marL="342900" indent="-342900">
              <a:buFont typeface="+mj-lt"/>
              <a:buAutoNum type="arabicPeriod"/>
            </a:pPr>
            <a:endParaRPr lang="de-AT" dirty="0">
              <a:ea typeface="Calibri" panose="020F0502020204030204"/>
              <a:cs typeface="Calibri" panose="020F0502020204030204"/>
            </a:endParaRPr>
          </a:p>
          <a:p>
            <a:pPr marL="342900" indent="-342900">
              <a:buFont typeface="+mj-lt"/>
              <a:buAutoNum type="arabicPeriod"/>
            </a:pPr>
            <a:endParaRPr lang="de-AT" dirty="0">
              <a:ea typeface="Calibri" panose="020F0502020204030204"/>
              <a:cs typeface="Calibri" panose="020F0502020204030204"/>
            </a:endParaRPr>
          </a:p>
          <a:p>
            <a:pPr marL="342900" indent="-342900">
              <a:buFont typeface="+mj-lt"/>
              <a:buAutoNum type="arabicPeriod"/>
            </a:pPr>
            <a:endParaRPr lang="de-AT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11130A8-E205-1C54-3114-4A4C18309565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pPr algn="ctr"/>
            <a:r>
              <a:rPr lang="de-DE"/>
              <a:t>27.01.2025</a:t>
            </a:r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6AC4D03-5B7D-0564-7A3C-4B98D8DE34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algn="ctr"/>
            <a:r>
              <a:rPr lang="de-AT"/>
              <a:t>Entwicklung einer Schichtplanungs-Webapplikation (V1.0)</a:t>
            </a:r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0914B7E9-023F-6B6F-6EB3-3FD182B4F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Fazit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85FE949-A51C-C8EE-86DB-D36BAA1AFD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r"/>
            <a:fld id="{EBA229B5-7CFD-BC45-B1DD-7E8FA6FF2A01}" type="slidenum">
              <a:rPr lang="de-AT" smtClean="0"/>
              <a:pPr algn="r"/>
              <a:t>4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4800688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80972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uibk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03361"/>
      </a:accent1>
      <a:accent2>
        <a:srgbClr val="F39200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item1.xml>��
</file>

<file path=customXml/itemProps1.xml><?xml version="1.0" encoding="utf-8"?>
<ds:datastoreItem xmlns:ds="http://schemas.openxmlformats.org/officeDocument/2006/customXml" ds:itemID="{61E5F9E1-5A31-44B6-82D3-CDBA1960149B}">
  <ds:schemaRefs>
    <ds:schemaRef ds:uri="http://www.w3.org/2001/XMLSchema"/>
    <ds:schemaRef ds:uri="http://www.zhaw.ch/AccessibilityAddIn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261</Words>
  <Application>Microsoft Macintosh PowerPoint</Application>
  <PresentationFormat>Breitbild</PresentationFormat>
  <Paragraphs>46</Paragraphs>
  <Slides>5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Wingdings</vt:lpstr>
      <vt:lpstr>Office</vt:lpstr>
      <vt:lpstr>Entwicklung einer Schichtplanungs-Webapplikation (V1.0)</vt:lpstr>
      <vt:lpstr>Planung &amp; Projektmanagement </vt:lpstr>
      <vt:lpstr>Code Qualität</vt:lpstr>
      <vt:lpstr>Fazit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Microsoft Office-Anwender</dc:creator>
  <cp:lastModifiedBy>Hannah Maria Veit</cp:lastModifiedBy>
  <cp:revision>1</cp:revision>
  <dcterms:created xsi:type="dcterms:W3CDTF">2017-06-06T07:41:45Z</dcterms:created>
  <dcterms:modified xsi:type="dcterms:W3CDTF">2025-01-26T17:14:43Z</dcterms:modified>
</cp:coreProperties>
</file>